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065008" y="0"/>
            <a:ext cx="4126687" cy="6858000"/>
          </a:xfrm>
          <a:custGeom>
            <a:avLst/>
            <a:gdLst/>
            <a:ahLst/>
            <a:cxnLst/>
            <a:rect l="l" t="t" r="r" b="b"/>
            <a:pathLst>
              <a:path w="4126687" h="6858000">
                <a:moveTo>
                  <a:pt x="1581912" y="0"/>
                </a:moveTo>
                <a:lnTo>
                  <a:pt x="4126687" y="0"/>
                </a:lnTo>
                <a:lnTo>
                  <a:pt x="412668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92608"/>
            <a:ext cx="612250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234440"/>
            <a:ext cx="4892040" cy="329184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52728"/>
            <a:ext cx="46634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Обучение · бэк-офис и ОЦО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7498079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Работа
с 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68580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Помощник на вашем компьютере: разбирает задачу, готовит правки и помогает проверить результат. За то, что попросили, согласовали и проверили, отвечаете вы.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Откройте инструкцию перед началом задачи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С чего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6926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Помощник внутри вашей папки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Бэк-офис и ОЦО · AI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Описываете задачу обычными словами. Cursor помогает выполнить её в открытом проекте на вашем компьютере.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26974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26974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938528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267712"/>
            <a:ext cx="2331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Найти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788920"/>
            <a:ext cx="235915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Инструкцию или описание процесса в проекте.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6704" y="1737360"/>
            <a:ext cx="26974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6704" y="1737360"/>
            <a:ext cx="26974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1938528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2267712"/>
            <a:ext cx="2331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Подготовить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1296" y="2788920"/>
            <a:ext cx="235915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Правку во внутренней системе или автоматизации.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0488" y="1737360"/>
            <a:ext cx="26974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0488" y="1737360"/>
            <a:ext cx="26974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938528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267712"/>
            <a:ext cx="2331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Показать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788920"/>
            <a:ext cx="235915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Что именно изменилось после работы.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4272" y="1737360"/>
            <a:ext cx="26974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34272" y="1737360"/>
            <a:ext cx="26974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98864" y="1938528"/>
            <a:ext cx="22860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267712"/>
            <a:ext cx="2331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Сохранить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2788920"/>
            <a:ext cx="235915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Понятную историю этих изменений.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114800"/>
            <a:ext cx="11173968" cy="196596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279392"/>
            <a:ext cx="106984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Работаем локально, не в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09160"/>
            <a:ext cx="1069848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Файлы лежат на вашем компьютере. Cloud для рабочих проектов и корпоративной информации не используем: на одной учётной записи могут работать несколько человек. Не уверены, где вы сейчас, — остановитесь и спросите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Как начинать задачу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6926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Сначала план, потом изменения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Бэк-офис и ОЦО · AI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690372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690372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6446520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01   Опишите задачу своими словами.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02   Попросите изучить, как сделано сейчас, и пока не менять файлы.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03   Попросите пошаговый план.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04   Сами прочитайте план: всё ли понятно и нет ли лишнего.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05   Только после этого разрешите изменения.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71231" y="1143000"/>
            <a:ext cx="4114800" cy="379476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71231" y="1143000"/>
            <a:ext cx="411480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353312"/>
            <a:ext cx="3749039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Задача сложная, если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57400"/>
            <a:ext cx="370332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Затронуто несколько файлов, систем или отделов.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Можно сломать уже работающий процесс.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Нужно менять доступы, данные или настройки.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Вы сами не до конца понимаете, что изменится.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20640"/>
            <a:ext cx="11155680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Формула запроса: контекст → что сделать → где можно менять → что нельзя → как проверить. Простую задачу можно пройти короче. Сложную разбирайте самым сильным помощником.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Границы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6926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Что помощнику не отдаём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Бэк-офис и ОЦО · AI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170432"/>
            <a:ext cx="361188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70432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426464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Секреты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221992"/>
            <a:ext cx="315468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Пароли, коды и ключи не пишем в чат, не вставляем в запрос и не кладём в историю проекта. Даже если попросите показать пароль. Нужен доступ — Cursor готовит пустой локальный файл, значения вносите вы.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1170432"/>
            <a:ext cx="361188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170432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426464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Рабочая система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221992"/>
            <a:ext cx="315468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DEV — здесь пробуем. TEST — здесь проверяем. PROD — система, в которой идёт реальная работа. В неё без отдельного процесса не лезем. Неясно, где вы, — остановитесь и спросите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4" y="1170432"/>
            <a:ext cx="361188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1170432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426464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Ядро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221992"/>
            <a:ext cx="315468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Заводскую часть системы, чужие библиотеки и файлы не по вашей задаче не меняем. Если без этого никак, Cursor останавливается, объясняет риск и ждёт вашего решения или решения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66360"/>
            <a:ext cx="111556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Тоже стоп: много удалений, смена доступов, база данных, массовое изменение данных. Если остаётся вопрос «а можно ли это менять?» — менять ещё нельзя.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Как заканчиваем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6926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«Готово» ещё не значит готово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Бэк-офис и ОЦО · AI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10528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548640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548640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Перед началом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502920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Работаю локально, не в Cloud.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Понимаю: это DEV, TEST или PROD.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История проекта подключена. Её настраивает IT.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Правило про пароли и ключи включено.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Для сложной задачи сначала есть план.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Понимаю, что именно собираюсь менять.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43000"/>
            <a:ext cx="5504688" cy="3977639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143000"/>
            <a:ext cx="5504688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2588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После изменений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502920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Посмотрел, какие файлы изменились.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Секреты в историю не попали.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Основная функция работает.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Соседние процессы не сломались.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Ядро и чужие файлы не тронуты.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Версия сохранена и отправлена в общий проект.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03520"/>
            <a:ext cx="11155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Сообщение «готово» не заменяет проверку. Список изменений, сохранение версии и отправка в общий проект — это diff, commit и push. Сомневаетесь — зовём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065008" y="0"/>
            <a:ext cx="4126687" cy="6858000"/>
          </a:xfrm>
          <a:custGeom>
            <a:avLst/>
            <a:gdLst/>
            <a:ahLst/>
            <a:cxnLst/>
            <a:rect l="l" t="t" r="r" b="b"/>
            <a:pathLst>
              <a:path w="4126687" h="6858000">
                <a:moveTo>
                  <a:pt x="1581912" y="0"/>
                </a:moveTo>
                <a:lnTo>
                  <a:pt x="4126687" y="0"/>
                </a:lnTo>
                <a:lnTo>
                  <a:pt x="412668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92608"/>
            <a:ext cx="612250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05156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Вместо заключения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58952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«Будущее уже здесь.
Просто оно распределено
неравномерно.»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6858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Уильям Гибсон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7132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The Economist, 4 декабря 2003. Перевод.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713232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Помощник может смениться. Проект остаётся на вашем компьютере, а ответственность за результат — на вас.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Работа с Cursor</dc:title>
  <dc:subject>Обучение для бэк-офиса и ОЦО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