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8065008" y="0"/>
            <a:ext cx="4126687" cy="6858000"/>
          </a:xfrm>
          <a:custGeom>
            <a:avLst/>
            <a:gdLst/>
            <a:ahLst/>
            <a:cxnLst/>
            <a:rect l="l" t="t" r="r" b="b"/>
            <a:pathLst>
              <a:path w="4126687" h="6858000">
                <a:moveTo>
                  <a:pt x="1581912" y="0"/>
                </a:moveTo>
                <a:lnTo>
                  <a:pt x="4126687" y="0"/>
                </a:lnTo>
                <a:lnTo>
                  <a:pt x="412668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92608"/>
            <a:ext cx="612250" cy="38404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1234440"/>
            <a:ext cx="4297680" cy="329184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252728"/>
            <a:ext cx="4069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AI Challenge · ОЦО и бэкофис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7498079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Как работать
в Cursor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94760"/>
            <a:ext cx="694944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Ставите задачу обычным языком. Агент готовит черновик в файлах проекта. Вы проверяете, что процесс и правда стал лучше.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Обучение · 20 октября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1078992"/>
            <a:ext cx="31750" cy="507492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509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С чего начать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96926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Cursor работает в папке проекта</a:t>
            </a:r>
          </a:p>
        </p:txBody>
      </p:sp>
      <p:pic>
        <p:nvPicPr>
          <p:cNvPr id="6" name="Picture 5" descr="logo-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56032"/>
            <a:ext cx="662395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AI Challenge · ОЦО и бэкофис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Это не отдельный чат «просто поговорить». Откройте папку, которую выдали на обучение: агент читает файлы и может их изменить. Что оставить — решаете вы.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6118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61188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14884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389BFF"/>
                </a:solidFill>
                <a:latin typeface="Uncage"/>
                <a:ea typeface="Uncage"/>
                <a:cs typeface="Uncage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788920"/>
            <a:ext cx="31089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Говорите о процессе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520440"/>
            <a:ext cx="31089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Что сейчас болит, кто делает шаг и какой результат можно показать коллегам.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828800"/>
            <a:ext cx="36118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828800"/>
            <a:ext cx="361188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214884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389BFF"/>
                </a:solidFill>
                <a:latin typeface="Uncage"/>
                <a:ea typeface="Uncage"/>
                <a:cs typeface="Uncage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788920"/>
            <a:ext cx="31089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Агент делает черновик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3520440"/>
            <a:ext cx="31089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Ищет файлы, предлагает правки и вносит их. Новая тема — новый чат.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1828800"/>
            <a:ext cx="36118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828800"/>
            <a:ext cx="361188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2" y="214884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389BFF"/>
                </a:solidFill>
                <a:latin typeface="Uncage"/>
                <a:ea typeface="Uncage"/>
                <a:cs typeface="Uncage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2788920"/>
            <a:ext cx="31089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Вы принимаете работу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2" y="3520440"/>
            <a:ext cx="31089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Откройте результат и пройдите сценарий. Не сошлось — напишите, что поправить.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956048"/>
            <a:ext cx="11173968" cy="100584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5074920"/>
            <a:ext cx="1078992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На тестовом туре агенты не используются: там свой минипроцесс в Битриксе. Cursor берите, чтобы разобрать задачу и собрать MVP.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1078992"/>
            <a:ext cx="31750" cy="507492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509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Главный навык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96926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Одна задача — четыре части</a:t>
            </a:r>
          </a:p>
        </p:txBody>
      </p:sp>
      <p:pic>
        <p:nvPicPr>
          <p:cNvPr id="6" name="Picture 5" descr="logo-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56032"/>
            <a:ext cx="662395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AI Challenge · ОЦО и бэкофис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70432"/>
            <a:ext cx="2697480" cy="1965960"/>
          </a:xfrm>
          <a:prstGeom prst="rect">
            <a:avLst/>
          </a:prstGeom>
          <a:solidFill>
            <a:srgbClr val="F4F8FC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269748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1335024"/>
            <a:ext cx="23774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89BFF"/>
                </a:solidFill>
                <a:latin typeface="Uncage"/>
                <a:ea typeface="Uncage"/>
                <a:cs typeface="Uncage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1627632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Как сейчас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2084832"/>
            <a:ext cx="2395728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Процесс своими словами: кто, какой шаг, где теряется время.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46704" y="1170432"/>
            <a:ext cx="2697480" cy="1965960"/>
          </a:xfrm>
          <a:prstGeom prst="rect">
            <a:avLst/>
          </a:prstGeom>
          <a:solidFill>
            <a:srgbClr val="F4F8FC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46704" y="1170432"/>
            <a:ext cx="269748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3008" y="1335024"/>
            <a:ext cx="23774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89BFF"/>
                </a:solidFill>
                <a:latin typeface="Uncage"/>
                <a:ea typeface="Uncage"/>
                <a:cs typeface="Uncage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1627632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Что получить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084832"/>
            <a:ext cx="2395728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Что должно появиться: форма, статус, маршрут, письмо, отчёт.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0488" y="1170432"/>
            <a:ext cx="2697480" cy="1965960"/>
          </a:xfrm>
          <a:prstGeom prst="rect">
            <a:avLst/>
          </a:prstGeom>
          <a:solidFill>
            <a:srgbClr val="F4F8FC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1170432"/>
            <a:ext cx="269748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1335024"/>
            <a:ext cx="23774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89BFF"/>
                </a:solidFill>
                <a:latin typeface="Uncage"/>
                <a:ea typeface="Uncage"/>
                <a:cs typeface="Uncage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1627632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Чего нельзя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2084832"/>
            <a:ext cx="2395728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Боевые данные, лишние системы, то, что трогать не просили.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34272" y="1170432"/>
            <a:ext cx="2697480" cy="1965960"/>
          </a:xfrm>
          <a:prstGeom prst="rect">
            <a:avLst/>
          </a:prstGeom>
          <a:solidFill>
            <a:srgbClr val="F4F8FC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34272" y="1170432"/>
            <a:ext cx="269748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0576" y="1335024"/>
            <a:ext cx="23774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89BFF"/>
                </a:solidFill>
                <a:latin typeface="Uncage"/>
                <a:ea typeface="Uncage"/>
                <a:cs typeface="Uncage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0576" y="1627632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Когда готово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2084832"/>
            <a:ext cx="2395728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Один сценарий, который вы сами можете пройти от начала до конца.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310128"/>
            <a:ext cx="11173968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310128"/>
            <a:ext cx="11173968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3456432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389BFF"/>
                </a:solidFill>
                <a:latin typeface="Arial"/>
                <a:ea typeface="Arial"/>
                <a:cs typeface="Arial"/>
              </a:rPr>
              <a:t>Так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3767328"/>
            <a:ext cx="1074420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«Согласование счёта идёт письмами и таблицей. Собери прототип: заявка, маршрут из трёх шагов и статус. Боевые данные не используй. Готово, когда я пройду путь от заявки до „согласовано“.»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349240"/>
            <a:ext cx="111556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Не так: «Сделай автоматизацию». Новая тема — новый чат. Если вышло не то, напишите, что именно поправить. Нужный файл укажите через @.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1078992"/>
            <a:ext cx="31750" cy="507492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509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Панель агента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96926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Три режима, больше пока не нужно</a:t>
            </a:r>
          </a:p>
        </p:txBody>
      </p:sp>
      <p:pic>
        <p:nvPicPr>
          <p:cNvPr id="6" name="Picture 5" descr="logo-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56032"/>
            <a:ext cx="662395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AI Challenge · ОЦО и бэкофис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Открыть панель: Ctrl+I в Windows, Cmd+I на Mac. Режим — внизу панели или Shift+Tab.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36118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783080"/>
            <a:ext cx="361188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075688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389BFF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56032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Собирает и правит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337560"/>
            <a:ext cx="31089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Основной режим. Просите сделать форму, маршрут, текст, правку. Смотрите, какие файлы он затронул.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783080"/>
            <a:ext cx="36118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783080"/>
            <a:ext cx="361188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2075688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389BFF"/>
                </a:solidFill>
                <a:latin typeface="Arial"/>
                <a:ea typeface="Arial"/>
                <a:cs typeface="Arial"/>
              </a:rPr>
              <a:t>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56032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Только объясняет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3337560"/>
            <a:ext cx="31089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Файлы не меняет. Спрашивайте, как устроен шаг, что означает поле, где искать. Удобно, прежде чем что-то переписывать.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1783080"/>
            <a:ext cx="36118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783080"/>
            <a:ext cx="361188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2" y="2075688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389BFF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256032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Сначала план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2" y="3337560"/>
            <a:ext cx="31089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Для большой задачи. Агент уточняет, пишет план, ждёт вашего «да» и только потом собирает. План можно поправить.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937760"/>
            <a:ext cx="111556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Не знаете, с чего начать: откройте Ask и попросите объяснить задачу обычным языком. Когда понятно, что должно получиться, переключайтесь в Plan или сразу в Agent.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1078992"/>
            <a:ext cx="31750" cy="507492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509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Границы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96926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Четыре правила на всё время челленджа</a:t>
            </a:r>
          </a:p>
        </p:txBody>
      </p:sp>
      <p:pic>
        <p:nvPicPr>
          <p:cNvPr id="6" name="Picture 5" descr="logo-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56032"/>
            <a:ext cx="662395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AI Challenge · ОЦО и бэкофис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70432"/>
            <a:ext cx="54864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548640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426464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389BFF"/>
                </a:solidFill>
                <a:latin typeface="Uncage"/>
                <a:ea typeface="Uncage"/>
                <a:cs typeface="Uncage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444752"/>
            <a:ext cx="4206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Секреты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039112"/>
            <a:ext cx="49834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Пароли, ключи доступа и коды из писем в сообщение не вставляем. Даже «на один раз» и даже если агент просит.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0488" y="1170432"/>
            <a:ext cx="54864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1170432"/>
            <a:ext cx="548640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426464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389BFF"/>
                </a:solidFill>
                <a:latin typeface="Uncage"/>
                <a:ea typeface="Uncage"/>
                <a:cs typeface="Uncage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8" y="1444752"/>
            <a:ext cx="4206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Боевые данные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039112"/>
            <a:ext cx="49834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Персональные и финансовые данные, выгрузки из рабочих систем и реальные договоры в проект и в чат не выносим.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483864"/>
            <a:ext cx="54864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483864"/>
            <a:ext cx="548640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3739896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389BFF"/>
                </a:solidFill>
                <a:latin typeface="Uncage"/>
                <a:ea typeface="Uncage"/>
                <a:cs typeface="Uncage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758184"/>
            <a:ext cx="4206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Только Dev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4352544"/>
            <a:ext cx="49834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Прототип собираем на тестовых стендах: Bitrix Dev и Work IT Dev. На рабочий контур сами не переносим.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0488" y="3483864"/>
            <a:ext cx="54864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0488" y="3483864"/>
            <a:ext cx="548640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739896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389BFF"/>
                </a:solidFill>
                <a:latin typeface="Uncage"/>
                <a:ea typeface="Uncage"/>
                <a:cs typeface="Uncage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0608" y="3758184"/>
            <a:ext cx="4206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Проверка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352544"/>
            <a:ext cx="49834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Результат открываете сами и проходите сценарий. Доступы выдаёт ИТ, права в обход не настраиваем.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8065008" y="0"/>
            <a:ext cx="4126687" cy="6858000"/>
          </a:xfrm>
          <a:custGeom>
            <a:avLst/>
            <a:gdLst/>
            <a:ahLst/>
            <a:cxnLst/>
            <a:rect l="l" t="t" r="r" b="b"/>
            <a:pathLst>
              <a:path w="4126687" h="6858000">
                <a:moveTo>
                  <a:pt x="1581912" y="0"/>
                </a:moveTo>
                <a:lnTo>
                  <a:pt x="4126687" y="0"/>
                </a:lnTo>
                <a:lnTo>
                  <a:pt x="412668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92608"/>
            <a:ext cx="612250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5156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Вместо заключения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758952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«Будущее уже здесь.
Просто оно распределено
неравномерно.»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Уильям Гибсон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26280"/>
            <a:ext cx="7132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The Economist, 4 декабря 2003. Перевод.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212080"/>
            <a:ext cx="7132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На AI Challenge это ваш знакомый процесс: будущее, которое можно открыть и показать.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 работать в Cursor</dc:title>
  <dc:subject>AI Challenge · ОЦО и бэкофис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