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065008" y="0"/>
            <a:ext cx="4126687" cy="6858000"/>
          </a:xfrm>
          <a:custGeom>
            <a:avLst/>
            <a:gdLst/>
            <a:ahLst/>
            <a:cxnLst/>
            <a:rect l="l" t="t" r="r" b="b"/>
            <a:pathLst>
              <a:path w="4126687" h="6858000">
                <a:moveTo>
                  <a:pt x="1581912" y="0"/>
                </a:moveTo>
                <a:lnTo>
                  <a:pt x="4126687" y="0"/>
                </a:lnTo>
                <a:lnTo>
                  <a:pt x="412668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92608"/>
            <a:ext cx="612250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051560"/>
            <a:ext cx="3291840" cy="292608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060704"/>
            <a:ext cx="315468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для ОЦО и бэкофиса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69494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Посмотрите на привычный процесс по-новому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67665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Выберите знакомый рабочий процесс и предложите, как сделать его быстрее, удобнее или экономичнее. Создайте работающий прототип и покажите, что изменилось.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67665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Можно переосмыслить весь процесс или улучшить отдельный этап — например, подключить AI-агента.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8 октября — 11 ноября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Маршрут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Как проходит AI Challenge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К финалу — работающий прототип: покажите, какую задачу он решает, как работает и что улучшает.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8308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9293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2002536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9 октября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350008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Обучение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880360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Знакомимся с подходом и инструментами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78308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78308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3984" y="19293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2002536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12–16 октября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2350008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Практика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880360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Собираем свой минипроцесс в Битриксе на тестовом стенде, пока без агентов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78308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178308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38744" y="19293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0808" y="2002536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19–26 октября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2350008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Идея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2880360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Кто прошёл в общий тур, готовит идею для челленджа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50208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950208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0965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1288" y="4169664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26 октября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517136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Представление идей и отбор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" y="5047488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Показываем замысел, жюри выбирает проекты в MVP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3950208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97680" y="3950208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3984" y="40965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56048" y="4169664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27 октября — 10 ноября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4" y="4517136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Создание MVP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984" y="5047488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Воплощаем идею в работающем прототипе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3950208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92440" y="3950208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8744" y="40965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0808" y="4169664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11 ноября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38744" y="4517136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Демодень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38744" y="5047488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Показываем решения и выбираем победителей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Этапы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От знакомства с инструментами до работающего решения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271016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5087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Обучение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563624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9 октября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1965960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Разбираем, как находить возможности для улучшения процессов и какие инструменты помогут реализовать идею.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143000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14300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1271016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15087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Практика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63624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12–16 октября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4" y="1965960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Каждый собирает свой минипроцесс в Битриксе на тестовом стенде. На этом шаге работаем без агентов.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143000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14300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8744" y="1271016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15087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Идея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1563624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19–26 октября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4" y="1965960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Выбираете процесс и предлагаете, как выстроить его иначе. Можно свой, кросс-функциональный или чужой — если понимаете, как он устроен.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547872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3675888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" y="3913632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Представление идей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968496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26 октября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370832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Коротко показываем заявку. Жюри — топ-менеджмент. Дальше идут те, кто набрал наибольшее количество баллов.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547872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3547872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43984" y="3675888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43984" y="3913632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MVP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968496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27 октября — 10 ноября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43984" y="4370832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Реализуем основной сценарий: прототип выполняет ключевую задачу, и его работу можно показать. Полная готовность к внедрению не требуется.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3547872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3547872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8744" y="3675888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38744" y="3913632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Демодень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968496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11 ноября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38744" y="4370832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Показываем прототип, сравниваем «до» и «после», рассказываем о результате. Выбираем победителей.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Этап идея · 19–26 октября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Что писать в заявке и как оцениваем идеи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Выбираете процесс и предлагаете, как выстроить его иначе. Можно свой, кросс-функциональный или процесс другой функции — если понимаете, как он устроен. Можно отказаться от процесса или его части, если ясно, как тогда решается задача.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6537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65379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2743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В заявке коротко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21408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1. Какой процесс меняем и для кого он существует.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32304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2. Как он работает сейчас.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43200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3. Что в нём хотим изменить.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54096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4. Как предлагается выстроить новый процесс.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212140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5. За счёт чего это можно сделать: Bitrix, агенты, автоматизация. Детальной архитектуры не нужно.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7860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6. Какой эффект ожидаем: время, деньги, качество, ошибки, удобство, масштаб.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03580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7. Как будем измерять результат: было X, должно стать 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49300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8. Кто автор.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737360"/>
            <a:ext cx="4434840" cy="6858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4160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До заявки можно прийти к Никишевой Елене: помочь подумать и направить, не придумать решение за вас.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514600"/>
            <a:ext cx="4434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23760" y="2514600"/>
            <a:ext cx="44348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2578608"/>
            <a:ext cx="1828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Отбор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816352"/>
            <a:ext cx="41605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Пять критериев от 0 до 5. Дальше идут те, кто набрал наибольшее количество баллов.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3474720"/>
            <a:ext cx="4434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23760" y="3474720"/>
            <a:ext cx="44348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3547872"/>
            <a:ext cx="1828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Жюри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785615"/>
            <a:ext cx="4160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Топ-менеджмент компании. На демодне веса другие.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Бизнес-эффект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Время, деньги, результат для компании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52344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52344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62072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62072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Ценность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62072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Удобство для пользователей процесса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01768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01768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1496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11496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Качество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1496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Меньше ошибок и рисков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51192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51192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60920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60920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Масштаб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Можно применять шире, чем в одном участке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0616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00616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10344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0344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Глубина и реализм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10344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Насколько сильно меняется процесс и насколько идея реалистична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29107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Кросс-функциональное решение получает ещё +2 балла сверх этих пяти оценок.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Demo Day · 11 ноября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Как показываем решение и как выбираем победителей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Формат максимально простой. Не презентация о будущем — показ того, что уже работает.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Как показываем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Было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Как процесс работал раньше.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52344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52344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2072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Стало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Что изменили в логике.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1768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01768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1496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1496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Как работает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1496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Живой сценарий, который можно пройти.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1192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51192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60920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Эффект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Что стало лучше и как это видно.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0616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0616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10344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0344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Путь в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0344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Что нужно, чтобы вывести в работу.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70332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Как оцениваем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30%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Эффект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Реальный или честно оценённый результат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52344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52344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62072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25%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62072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MVP работает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62072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Насколько реально работает прототип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01768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01768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11496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20%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11496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Новая логика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11496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Насколько хорошо перепридуман процесс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51192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251192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60920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15%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Путь в PROD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Можно ли довести до рабочей среды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0616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00616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10344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10%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10344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Демонстрация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0344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Насколько ясно показали решение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Demo Day · 11 ноября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Призы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Три места за результат на демодне. Приз не означает внедрение: решение по каждому MVP спонсоры принимают отдельно.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60"/>
            <a:ext cx="35661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965960"/>
            <a:ext cx="35661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1 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0175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100 000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3017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Победитель Demo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965960"/>
            <a:ext cx="35661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1965960"/>
            <a:ext cx="35661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2402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2 место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788920"/>
            <a:ext cx="30175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50 000 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023360"/>
            <a:ext cx="3017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Второе место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1965960"/>
            <a:ext cx="35661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1965960"/>
            <a:ext cx="35661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2402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3 место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788920"/>
            <a:ext cx="30175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30 000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023360"/>
            <a:ext cx="3017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Третье место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Сроки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Календарь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Официальное объявление — 8 октября. Демодень — 11 ноября.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50876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  <a:gridCol w="5120640"/>
              </a:tblGrid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Этап</a:t>
                      </a:r>
                    </a:p>
                  </a:txBody>
                  <a:tcPr anchor="ctr">
                    <a:solidFill>
                      <a:srgbClr val="389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Когда</a:t>
                      </a:r>
                    </a:p>
                  </a:txBody>
                  <a:tcPr anchor="ctr">
                    <a:solidFill>
                      <a:srgbClr val="389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anchor="ctr">
                    <a:solidFill>
                      <a:srgbClr val="389B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Объявление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8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Старт AI Challenge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Обучение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9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Знакомство с подходом и инструментами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Тестовое задание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12–16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Свой минипроцесс в Битриксе на тестовом стенде, без агентов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Общий тур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19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Объявление тех, кто идёт дальше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Подготовка идей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19–26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Описание процесса, идеи и ожидаемого эффекта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Представление идей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26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Показ замысла и работа жюри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Создание MVP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27 октября — 10 ноября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Работающий прототип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Демодень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11 ноября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Показ решений, призы и выбор победителей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Вопросы и правила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097280"/>
            <a:ext cx="73609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097280"/>
            <a:ext cx="736092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207007"/>
            <a:ext cx="706831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Какие инструменты можно использовать?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645919"/>
            <a:ext cx="706831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Cursor, AI-агентов, Битрикс24, интеграции и другие инструменты автоматизации — в рамках корпоративных правил доступа и работы с данными. AI может помогать создавать решение или быть частью процесса. Отдельный AI-агент в прототипе не обязателен.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09728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097280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1207007"/>
            <a:ext cx="33192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Можно участвовать командой?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1645919"/>
            <a:ext cx="331927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Нет. Участие только одиночное: один человек — один проект.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2608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926080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035808"/>
            <a:ext cx="33192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Нужно уметь программировать?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474720"/>
            <a:ext cx="33192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Нет. Важны знание процесса и готовность разбираться в инструментах.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292608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2926080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98264" y="3035808"/>
            <a:ext cx="33192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Обязательно запускать решение в работу?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3474720"/>
            <a:ext cx="33192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Нет. Для финала нужен работающий прототип, который можно продемонстрировать.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292608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1000" y="2926080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47304" y="3035808"/>
            <a:ext cx="33192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Можно взять процесс другой команды?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3474720"/>
            <a:ext cx="33192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Да, если хорошо понимаете, как он устроен, и можете предложить конкретное изменение.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17720"/>
            <a:ext cx="111099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617720"/>
            <a:ext cx="111099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727448"/>
            <a:ext cx="1081735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Что будет после демодня?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166359"/>
            <a:ext cx="1081735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 каждому MVP отдельно решим, что делать дальше: дорабатывать, внедрять или завершить эксперимент.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